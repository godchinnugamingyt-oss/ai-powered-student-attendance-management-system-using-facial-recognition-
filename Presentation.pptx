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Alice" pitchFamily="2" charset="0"/>
      <p:regular r:id="rId14"/>
    </p:embeddedFont>
    <p:embeddedFont>
      <p:font typeface="Lora" pitchFamily="2" charset="77"/>
      <p:regular r:id="rId15"/>
    </p:embeddedFont>
    <p:embeddedFont>
      <p:font typeface="Lora Bold" pitchFamily="2" charset="77"/>
      <p:regular r:id="rId16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8" d="100"/>
          <a:sy n="98" d="100"/>
        </p:scale>
        <p:origin x="4304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E78B02-58D7-8B25-08CE-DB61B4F1AD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62A65F-3F49-810A-179B-FB24B127F4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A4392-D847-924D-BF58-C572E925C3AB}" type="datetimeFigureOut">
              <a:rPr lang="en-US" smtClean="0"/>
              <a:t>8/7/26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29D0D-A4E8-88F4-F22B-31A90B4C8C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1B2EB9-8D4B-FF02-8DF9-33E0FECC68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92C891-3E30-5040-9470-007FF2CE9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5621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7549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8142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AI-Driven Campus Placement Platform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479997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centralized, intelligent system that automates placement registration, analyzes resumes using AI and NLP, and matches students to the right opportunities — reducing manual effort and increasing placement success.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546723"/>
            <a:ext cx="1951583" cy="215354"/>
          </a:xfrm>
          <a:prstGeom prst="roundRect">
            <a:avLst>
              <a:gd name="adj" fmla="val 7900"/>
            </a:avLst>
          </a:prstGeom>
          <a:solidFill>
            <a:srgbClr val="D7F4E4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589213"/>
            <a:ext cx="223867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FINAL YEAR ACADEMIC PROJECT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947544" y="3546723"/>
            <a:ext cx="2167384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2599" y="3589213"/>
            <a:ext cx="245447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· NLP · PLACEMENT AUTOMATION</a:t>
            </a:r>
            <a:endParaRPr lang="en-US" sz="8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BBFD1B-7F65-CA33-FEA8-C5AF925CA306}"/>
              </a:ext>
            </a:extLst>
          </p:cNvPr>
          <p:cNvSpPr txBox="1"/>
          <p:nvPr/>
        </p:nvSpPr>
        <p:spPr>
          <a:xfrm>
            <a:off x="4009292" y="4173415"/>
            <a:ext cx="21868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GEDDAM JYOTHI PRAKASH</a:t>
            </a:r>
          </a:p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323129512014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0794"/>
            <a:ext cx="4722763" cy="7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Problem: Manual Placement Is Broken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3925119" y="1261021"/>
            <a:ext cx="4722763" cy="800249"/>
          </a:xfrm>
          <a:prstGeom prst="roundRect">
            <a:avLst>
              <a:gd name="adj" fmla="val 2159"/>
            </a:avLst>
          </a:prstGeom>
          <a:solidFill>
            <a:srgbClr val="F0EDE6"/>
          </a:solidFill>
          <a:ln/>
        </p:spPr>
      </p:sp>
      <p:sp>
        <p:nvSpPr>
          <p:cNvPr id="5" name="Text 2"/>
          <p:cNvSpPr/>
          <p:nvPr/>
        </p:nvSpPr>
        <p:spPr>
          <a:xfrm>
            <a:off x="4040237" y="1376139"/>
            <a:ext cx="449252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Time-Consuming Screening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040237" y="1612181"/>
            <a:ext cx="449252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Placement officers manually review hundreds of resumes per drive, causing delays and inconsistent evaluations.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925119" y="2154808"/>
            <a:ext cx="4722763" cy="800249"/>
          </a:xfrm>
          <a:prstGeom prst="roundRect">
            <a:avLst>
              <a:gd name="adj" fmla="val 2159"/>
            </a:avLst>
          </a:prstGeom>
          <a:solidFill>
            <a:srgbClr val="F0EDE6"/>
          </a:solidFill>
          <a:ln/>
        </p:spPr>
      </p:sp>
      <p:sp>
        <p:nvSpPr>
          <p:cNvPr id="8" name="Text 5"/>
          <p:cNvSpPr/>
          <p:nvPr/>
        </p:nvSpPr>
        <p:spPr>
          <a:xfrm>
            <a:off x="4040237" y="2269927"/>
            <a:ext cx="449252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Poor Student-Job Matching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40237" y="2505968"/>
            <a:ext cx="449252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Students apply to unsuitable roles due to lack of personalized guidance, lowering placement success rates.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925119" y="3048595"/>
            <a:ext cx="4722763" cy="800249"/>
          </a:xfrm>
          <a:prstGeom prst="roundRect">
            <a:avLst>
              <a:gd name="adj" fmla="val 2159"/>
            </a:avLst>
          </a:prstGeom>
          <a:solidFill>
            <a:srgbClr val="F0EDE6"/>
          </a:solidFill>
          <a:ln/>
        </p:spPr>
      </p:sp>
      <p:sp>
        <p:nvSpPr>
          <p:cNvPr id="11" name="Text 8"/>
          <p:cNvSpPr/>
          <p:nvPr/>
        </p:nvSpPr>
        <p:spPr>
          <a:xfrm>
            <a:off x="4040237" y="3163714"/>
            <a:ext cx="449252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Fragmented Communication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40237" y="3399755"/>
            <a:ext cx="449252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centralized system for tracking applications, deadlines, or recruitment updates in real time.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925119" y="3942383"/>
            <a:ext cx="4722763" cy="800249"/>
          </a:xfrm>
          <a:prstGeom prst="roundRect">
            <a:avLst>
              <a:gd name="adj" fmla="val 2159"/>
            </a:avLst>
          </a:prstGeom>
          <a:solidFill>
            <a:srgbClr val="F0EDE6"/>
          </a:solidFill>
          <a:ln/>
        </p:spPr>
      </p:sp>
      <p:sp>
        <p:nvSpPr>
          <p:cNvPr id="14" name="Text 11"/>
          <p:cNvSpPr/>
          <p:nvPr/>
        </p:nvSpPr>
        <p:spPr>
          <a:xfrm>
            <a:off x="4040237" y="4057501"/>
            <a:ext cx="449252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Zero Data Insights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40237" y="4293543"/>
            <a:ext cx="449252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Colleges lack analytics to measure placement performance or make data-driven decisions.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2317"/>
            <a:ext cx="815176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Project Objectives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96119" y="855092"/>
            <a:ext cx="860896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This platform is designed to modernize campus recruitment by combining automation, AI intelligence, and real-time data.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47006"/>
            <a:ext cx="8151763" cy="5581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878" y="1238845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38733" y="1149548"/>
            <a:ext cx="760660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Automate Registration &amp; Eligibility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38733" y="1331491"/>
            <a:ext cx="760660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Streamline student sign-up and verify eligibility criteria automatically.</a:t>
            </a:r>
            <a:endParaRPr lang="en-US" sz="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66205"/>
            <a:ext cx="8151763" cy="5581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878" y="1858045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38733" y="1768748"/>
            <a:ext cx="760660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AI-Powered Resume Analysis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938733" y="1950690"/>
            <a:ext cx="760660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Extract skills, qualifications, and experience using NLP for objective screening.</a:t>
            </a:r>
            <a:endParaRPr lang="en-US" sz="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285405"/>
            <a:ext cx="8151763" cy="5581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878" y="2477244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938733" y="2387947"/>
            <a:ext cx="760660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Intelligent Profile Matching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938733" y="2569890"/>
            <a:ext cx="760660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Match student profiles to company requirements with high accuracy.</a:t>
            </a:r>
            <a:endParaRPr lang="en-US" sz="7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904604"/>
            <a:ext cx="8151763" cy="5581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1878" y="3096444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938733" y="3007147"/>
            <a:ext cx="760660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Personalized Job Recommendations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938733" y="3189089"/>
            <a:ext cx="760660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Suggest roles based on skills, academics, interests, and eligibility.</a:t>
            </a:r>
            <a:endParaRPr lang="en-US" sz="7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523804"/>
            <a:ext cx="8151763" cy="5581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21878" y="3715643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938733" y="3626346"/>
            <a:ext cx="760660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Real-Time Notifications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938733" y="3808288"/>
            <a:ext cx="760660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Alert students to drives, interviews, and deadlines instantly.</a:t>
            </a:r>
            <a:endParaRPr lang="en-US" sz="7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143003"/>
            <a:ext cx="8151763" cy="5581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21878" y="4334842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6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938733" y="4245546"/>
            <a:ext cx="760660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Analytics &amp; Reporting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938733" y="4427488"/>
            <a:ext cx="760660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Generate placement reports, dashboards, and company-wise statistics.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Proposed Solution at a Glance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371353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platform is a </a:t>
            </a:r>
            <a:r>
              <a:rPr lang="en-US" sz="5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unified, AI-powered ecosystem</a:t>
            </a: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connecting students, placement officers, and recruiters — replacing manual processes with intelligent automation.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2582317"/>
            <a:ext cx="3986733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Student Portal:</a:t>
            </a: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Profile management, resume upload, application tracking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Admin Dashboard:</a:t>
            </a: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Drive management, eligibility verification, reporting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AI Engine:</a:t>
            </a: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NLP resume parsing, skill extraction, match scoring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Recommendation Engine:</a:t>
            </a: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Personalized job suggestions per student profile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Notification System:</a:t>
            </a: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Real-time alerts for all stakeholders</a:t>
            </a:r>
            <a:endParaRPr lang="en-US" sz="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380"/>
            <a:ext cx="815176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96119" y="726430"/>
            <a:ext cx="860896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three-tier architecture ensures modularity, scalability, and clean separation of concerns across the platform.</a:t>
            </a:r>
            <a:endParaRPr lang="en-US" sz="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69975"/>
            <a:ext cx="8151763" cy="373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67310" y="1314004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Database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67310" y="1603525"/>
            <a:ext cx="1987578" cy="418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PostgreSQL/MongoDB for data, Redis cache for performance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12951" y="2540212"/>
            <a:ext cx="1803247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Backend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8908" y="2829733"/>
            <a:ext cx="1827290" cy="418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1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REST API, AI/NLP, recommendation and notification services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67310" y="3243102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67310" y="3532623"/>
            <a:ext cx="1987578" cy="27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React/Angular web app with responsive UI and portals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6119" y="4648200"/>
            <a:ext cx="860896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architecture supports independent scaling of the AI engine and recommendation services, ensuring high performance during peak placement seasons.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6925"/>
            <a:ext cx="4722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 &amp; NLP Integration</a:t>
            </a:r>
            <a:endParaRPr lang="en-US" sz="2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860747"/>
            <a:ext cx="217066" cy="2170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1181621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Resume Parsing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3925119" y="1400994"/>
            <a:ext cx="4722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NLP models extract structured data — name, education, skills, certifications — from uploaded resumes in any format.</a:t>
            </a:r>
            <a:endParaRPr lang="en-US" sz="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873746"/>
            <a:ext cx="217066" cy="2170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25119" y="2194620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Skill Extraction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3925119" y="2413992"/>
            <a:ext cx="4722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Named Entity Recognition (NER) identifies technical and soft skills, mapping them to standardized taxonomies.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2886745"/>
            <a:ext cx="217066" cy="2170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25119" y="3207618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Profile Matching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3925119" y="3426991"/>
            <a:ext cx="4722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Cosine similarity and semantic embeddings score student-company fit, ranking candidates by compatibility.</a:t>
            </a:r>
            <a:endParaRPr lang="en-US" sz="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899743"/>
            <a:ext cx="217066" cy="21706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925119" y="4220617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Eligibility Verification</a:t>
            </a:r>
            <a:endParaRPr lang="en-US" sz="1050" dirty="0"/>
          </a:p>
        </p:txBody>
      </p:sp>
      <p:sp>
        <p:nvSpPr>
          <p:cNvPr id="15" name="Text 8"/>
          <p:cNvSpPr/>
          <p:nvPr/>
        </p:nvSpPr>
        <p:spPr>
          <a:xfrm>
            <a:off x="3925119" y="4439989"/>
            <a:ext cx="4722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cross-checks CGPA, attendance, and backlogs against company criteria, auto-approving or flagging applicants.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Recommendation Engine Workflow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501205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recommendation engine uses a </a:t>
            </a:r>
            <a:r>
              <a:rPr lang="en-US" sz="5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hybrid approach</a:t>
            </a: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combining content-based filtering (skills, academics) with collaborative filtering (peer placement patterns) to deliver personalized, accurate job suggestions.</a:t>
            </a:r>
            <a:endParaRPr lang="en-US" sz="550" dirty="0"/>
          </a:p>
        </p:txBody>
      </p:sp>
      <p:sp>
        <p:nvSpPr>
          <p:cNvPr id="4" name="Shape 2"/>
          <p:cNvSpPr/>
          <p:nvPr/>
        </p:nvSpPr>
        <p:spPr>
          <a:xfrm>
            <a:off x="496119" y="2720653"/>
            <a:ext cx="3986733" cy="198090"/>
          </a:xfrm>
          <a:prstGeom prst="roundRect">
            <a:avLst>
              <a:gd name="adj" fmla="val 5535"/>
            </a:avLst>
          </a:prstGeom>
          <a:solidFill>
            <a:srgbClr val="D7F4E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93" y="2814637"/>
            <a:ext cx="91306" cy="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3574" y="2772742"/>
            <a:ext cx="41334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Recommendations update dynamically as students add new skills or complete certifications.</a:t>
            </a:r>
            <a:endParaRPr lang="en-US" sz="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816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Core Platform Modules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84672"/>
            <a:ext cx="1104900" cy="6828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644676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Registration &amp; Profile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951187"/>
            <a:ext cx="19050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Students create profiles, upload resumes, and register for drives with automated eligibility checks.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784672"/>
            <a:ext cx="1104900" cy="6828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644676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Resume Analyzer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2951187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extracts and scores resume content, providing students with feedback to improve their profiles.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784672"/>
            <a:ext cx="1104900" cy="6828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644676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Job Recommender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2951187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Personalized job cards ranked by match score, with one-click apply and status tracking.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784672"/>
            <a:ext cx="1104900" cy="6828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644676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Analytics Dashboard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2951187"/>
            <a:ext cx="190507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Real-time placement metrics, company-wise stats, and student performance reports for officers.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820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Analytics, Security &amp; Scalability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554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Placement Analytics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76474"/>
            <a:ext cx="3902943" cy="28093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9701" y="129554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Security &amp; Scalability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749701" y="1658764"/>
            <a:ext cx="390294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Authentication: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JWT-based sessions with role-based access control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Data Encryption: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AES-256 for stored data, TLS 1.3 in transit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Scalability: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Cloud-native deployment with horizontal scaling via Docker/Kubernetes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Compliance: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GDPR-ready data handling and audit logging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12341"/>
            <a:ext cx="4722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Expected Outcomes &amp; Conclusion</a:t>
            </a:r>
            <a:endParaRPr lang="en-US" sz="2150" dirty="0"/>
          </a:p>
        </p:txBody>
      </p:sp>
      <p:sp>
        <p:nvSpPr>
          <p:cNvPr id="4" name="Shape 1"/>
          <p:cNvSpPr/>
          <p:nvPr/>
        </p:nvSpPr>
        <p:spPr>
          <a:xfrm>
            <a:off x="3925119" y="988219"/>
            <a:ext cx="4722763" cy="608856"/>
          </a:xfrm>
          <a:prstGeom prst="roundRect">
            <a:avLst>
              <a:gd name="adj" fmla="val 2729"/>
            </a:avLst>
          </a:prstGeom>
          <a:solidFill>
            <a:srgbClr val="F0EDE6"/>
          </a:solidFill>
          <a:ln/>
        </p:spPr>
      </p:sp>
      <p:sp>
        <p:nvSpPr>
          <p:cNvPr id="5" name="Text 2"/>
          <p:cNvSpPr/>
          <p:nvPr/>
        </p:nvSpPr>
        <p:spPr>
          <a:xfrm>
            <a:off x="4035847" y="1098947"/>
            <a:ext cx="4501307" cy="17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🎯</a:t>
            </a: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Higher Placement Rates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035847" y="1328589"/>
            <a:ext cx="450130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Accurate AI matching increases successful student-company placements significantly.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925119" y="1683544"/>
            <a:ext cx="4722763" cy="608856"/>
          </a:xfrm>
          <a:prstGeom prst="roundRect">
            <a:avLst>
              <a:gd name="adj" fmla="val 2729"/>
            </a:avLst>
          </a:prstGeom>
          <a:solidFill>
            <a:srgbClr val="F0EDE6"/>
          </a:solidFill>
          <a:ln/>
        </p:spPr>
      </p:sp>
      <p:sp>
        <p:nvSpPr>
          <p:cNvPr id="8" name="Text 5"/>
          <p:cNvSpPr/>
          <p:nvPr/>
        </p:nvSpPr>
        <p:spPr>
          <a:xfrm>
            <a:off x="4035847" y="1794272"/>
            <a:ext cx="4501307" cy="17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⚡</a:t>
            </a: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8× Faster Screening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035847" y="2023914"/>
            <a:ext cx="450130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Automated NLP parsing reduces resume review time from hours to minutes.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25119" y="2378869"/>
            <a:ext cx="4722763" cy="608856"/>
          </a:xfrm>
          <a:prstGeom prst="roundRect">
            <a:avLst>
              <a:gd name="adj" fmla="val 2729"/>
            </a:avLst>
          </a:prstGeom>
          <a:solidFill>
            <a:srgbClr val="F0EDE6"/>
          </a:solidFill>
          <a:ln/>
        </p:spPr>
      </p:sp>
      <p:sp>
        <p:nvSpPr>
          <p:cNvPr id="11" name="Text 8"/>
          <p:cNvSpPr/>
          <p:nvPr/>
        </p:nvSpPr>
        <p:spPr>
          <a:xfrm>
            <a:off x="4035847" y="2489597"/>
            <a:ext cx="4501307" cy="17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📊</a:t>
            </a: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Data-Driven Decisions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035847" y="2719239"/>
            <a:ext cx="450130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Real-time dashboards empower officers to optimize recruitment strategies.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25119" y="3074194"/>
            <a:ext cx="4722763" cy="766614"/>
          </a:xfrm>
          <a:prstGeom prst="roundRect">
            <a:avLst>
              <a:gd name="adj" fmla="val 2167"/>
            </a:avLst>
          </a:prstGeom>
          <a:solidFill>
            <a:srgbClr val="F0EDE6"/>
          </a:solidFill>
          <a:ln/>
        </p:spPr>
      </p:sp>
      <p:sp>
        <p:nvSpPr>
          <p:cNvPr id="14" name="Text 11"/>
          <p:cNvSpPr/>
          <p:nvPr/>
        </p:nvSpPr>
        <p:spPr>
          <a:xfrm>
            <a:off x="4035847" y="3184922"/>
            <a:ext cx="4501307" cy="17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🔒</a:t>
            </a: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Secure &amp; Scalable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035847" y="3414564"/>
            <a:ext cx="4501307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Enterprise-grade security and cloud architecture support thousands of concurrent users.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925119" y="3938141"/>
            <a:ext cx="4722763" cy="692944"/>
          </a:xfrm>
          <a:prstGeom prst="roundRect">
            <a:avLst>
              <a:gd name="adj" fmla="val 2398"/>
            </a:avLst>
          </a:prstGeom>
          <a:solidFill>
            <a:srgbClr val="B6FCB8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5847" y="4084439"/>
            <a:ext cx="138410" cy="1107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284985" y="4052292"/>
            <a:ext cx="4252168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This platform transforms campus placement from a manual, error-prone process into an intelligent, data-driven ecosystem — benefiting students, colleges, and recruiters alike.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742</Words>
  <Application>Microsoft Macintosh PowerPoint</Application>
  <PresentationFormat>On-screen Show (16:9)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Times New Roman</vt:lpstr>
      <vt:lpstr>Lora Bold</vt:lpstr>
      <vt:lpstr>Arial</vt:lpstr>
      <vt:lpstr>Alice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Lalam githa vamsiram</cp:lastModifiedBy>
  <cp:revision>3</cp:revision>
  <dcterms:created xsi:type="dcterms:W3CDTF">2026-07-28T05:16:20Z</dcterms:created>
  <dcterms:modified xsi:type="dcterms:W3CDTF">2026-08-07T05:33:01Z</dcterms:modified>
</cp:coreProperties>
</file>